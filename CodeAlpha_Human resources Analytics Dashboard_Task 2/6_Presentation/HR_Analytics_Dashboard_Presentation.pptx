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Human Resources Analytics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t>A Data-Driven Approach to Workforce Optimization</a:t>
            </a:r>
          </a:p>
          <a:p>
            <a:endParaRPr/>
          </a:p>
          <a:p>
            <a:r>
              <a:t>Prepared by: Abinesh S 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HR data to improve workforce efficiency</a:t>
            </a:r>
          </a:p>
          <a:p>
            <a:r>
              <a:t>• Track recruitment, attrition, and employee performance</a:t>
            </a:r>
          </a:p>
          <a:p>
            <a:r>
              <a:t>• Enable data-driven decision making</a:t>
            </a:r>
          </a:p>
          <a:p>
            <a:r>
              <a:t>• Forecast hiring needs using predictive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HR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Employee Count &amp; Active Workforce</a:t>
            </a:r>
          </a:p>
          <a:p>
            <a:r>
              <a:t>• Attrition Rate</a:t>
            </a:r>
          </a:p>
          <a:p>
            <a:r>
              <a:t>• Recruitment Metrics (Hiring Rate, Time-to-Hire)</a:t>
            </a:r>
          </a:p>
          <a:p>
            <a:r>
              <a:t>• Employee Satisfaction Score</a:t>
            </a:r>
          </a:p>
          <a:p>
            <a:r>
              <a:t>• Performance Ratings</a:t>
            </a:r>
          </a:p>
          <a:p>
            <a:r>
              <a:t>• Department-wise Distribution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HR Overview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3F3330-06BE-F9E1-1D63-6CBBB5023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744" y="1734140"/>
            <a:ext cx="7926512" cy="40883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Attrition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55BB84-607C-0978-5930-062A9D63F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069" y="1611640"/>
            <a:ext cx="7489861" cy="42227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Higher attrition observed in specific departments</a:t>
            </a:r>
          </a:p>
          <a:p>
            <a:r>
              <a:t>• Employees with lower satisfaction scores are more likely to leave</a:t>
            </a:r>
          </a:p>
          <a:p>
            <a:r>
              <a:t>• Recruitment efficiency impacts workforce stability</a:t>
            </a:r>
          </a:p>
          <a:p>
            <a:r>
              <a:t>• Performance and retention are strongly correlated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Forecast hiring needs based on historical trends</a:t>
            </a:r>
          </a:p>
          <a:p>
            <a:r>
              <a:t>• Identify employees at risk of attrition</a:t>
            </a:r>
          </a:p>
          <a:p>
            <a:r>
              <a:t>• Improve workforce planning strategies</a:t>
            </a:r>
          </a:p>
          <a:p>
            <a:r>
              <a:t>• Optimize recruitment pipelines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HR Analytics enables smarter decision-making</a:t>
            </a:r>
          </a:p>
          <a:p>
            <a:r>
              <a:t>• Improves employee retention and satisfaction</a:t>
            </a:r>
          </a:p>
          <a:p>
            <a:r>
              <a:t>• Supports strategic workforce planning</a:t>
            </a:r>
          </a:p>
          <a:p>
            <a:r>
              <a:t>• Provides actionable insights for organizational growth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167</Words>
  <Application>Microsoft Office PowerPoint</Application>
  <PresentationFormat>On-screen Show (4:3)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Human Resources Analytics Dashboard</vt:lpstr>
      <vt:lpstr>Project Objective</vt:lpstr>
      <vt:lpstr>Key HR Metrics</vt:lpstr>
      <vt:lpstr>HR Overview Dashboard</vt:lpstr>
      <vt:lpstr>Attrition Analysis</vt:lpstr>
      <vt:lpstr>Key Insights</vt:lpstr>
      <vt:lpstr>Predictive Analytics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Abinesh S P</cp:lastModifiedBy>
  <cp:revision>2</cp:revision>
  <dcterms:created xsi:type="dcterms:W3CDTF">2013-01-27T09:14:16Z</dcterms:created>
  <dcterms:modified xsi:type="dcterms:W3CDTF">2026-07-31T07:46:17Z</dcterms:modified>
  <cp:category/>
</cp:coreProperties>
</file>