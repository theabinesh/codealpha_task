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Health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Power BI Project</a:t>
            </a:r>
          </a:p>
          <a:p>
            <a:pPr/>
            <a:r>
              <a:t>Presented by: Abinesh S P</a:t>
            </a:r>
          </a:p>
          <a:p>
            <a:pPr/>
            <a:r>
              <a:t>Date: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Interactive financial dashboard using Power BI</a:t>
            </a:r>
          </a:p>
          <a:p>
            <a:pPr/>
            <a:r>
              <a:t>Designed for SMEs</a:t>
            </a:r>
          </a:p>
          <a:p>
            <a:pPr/>
            <a:r>
              <a:t>Combines multiple financial statements</a:t>
            </a:r>
          </a:p>
          <a:p>
            <a:pPr/>
            <a:r>
              <a:t>Provides real-time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Analyze financial performance</a:t>
            </a:r>
          </a:p>
          <a:p>
            <a:pPr/>
            <a:r>
              <a:t>Visualize income statement, balance sheet, cash flow</a:t>
            </a:r>
          </a:p>
          <a:p>
            <a:pPr/>
            <a:r>
              <a:t>Track profitability trends</a:t>
            </a:r>
          </a:p>
          <a:p>
            <a:pPr/>
            <a:r>
              <a:t>Enable forecasting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 Revenue</a:t>
            </a:r>
          </a:p>
          <a:p>
            <a:pPr/>
            <a:r>
              <a:t>Total Expenses</a:t>
            </a:r>
          </a:p>
          <a:p>
            <a:pPr/>
            <a:r>
              <a:t>Net Profit</a:t>
            </a:r>
          </a:p>
          <a:p>
            <a:pPr/>
            <a:r>
              <a:t>Profit Margin (%)</a:t>
            </a:r>
          </a:p>
          <a:p>
            <a:pPr/>
            <a:r>
              <a:t>Cash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Revenue vs Expenses trend</a:t>
            </a:r>
          </a:p>
          <a:p>
            <a:pPr/>
            <a:r>
              <a:t>Monthly and yearly comparison</a:t>
            </a:r>
          </a:p>
          <a:p>
            <a:pPr/>
            <a:r>
              <a:t>Identify profit/loss periods</a:t>
            </a:r>
          </a:p>
          <a:p>
            <a:pPr/>
            <a:r>
              <a:t>Cost optimization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Income Statement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Revenue breakdown</a:t>
            </a:r>
          </a:p>
          <a:p>
            <a:pPr/>
            <a:r>
              <a:t>Expense distribution</a:t>
            </a:r>
          </a:p>
          <a:p>
            <a:pPr/>
            <a:r>
              <a:t>Net profit analysis</a:t>
            </a:r>
          </a:p>
          <a:p>
            <a:pPr/>
            <a:r>
              <a:t>Year-over-Year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 Sheet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Assets vs Liabilities</a:t>
            </a:r>
          </a:p>
          <a:p>
            <a:pPr/>
            <a:r>
              <a:t>Current Ratio</a:t>
            </a:r>
          </a:p>
          <a:p>
            <a:pPr/>
            <a:r>
              <a:t>Financial stability overview</a:t>
            </a:r>
          </a:p>
          <a:p>
            <a:pPr/>
            <a:r>
              <a:t>Company strength assessment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Operating Activities</a:t>
            </a:r>
          </a:p>
          <a:p>
            <a:pPr/>
            <a:r>
              <a:t>Investing Activities</a:t>
            </a:r>
          </a:p>
          <a:p>
            <a:pPr/>
            <a:r>
              <a:t>Financing Activities</a:t>
            </a:r>
          </a:p>
          <a:p>
            <a:pPr/>
            <a:r>
              <a:t>Cash movement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Revenue forecasting</a:t>
            </a:r>
          </a:p>
          <a:p>
            <a:pPr/>
            <a:r>
              <a:t>Identify growth trends</a:t>
            </a:r>
          </a:p>
          <a:p>
            <a:pPr/>
            <a:r>
              <a:t>Supports budgeting</a:t>
            </a:r>
          </a:p>
          <a:p>
            <a:pPr/>
            <a:r>
              <a:t>Data-driven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Power BI</a:t>
            </a:r>
          </a:p>
          <a:p>
            <a:pPr/>
            <a:r>
              <a:t>Power Query</a:t>
            </a:r>
          </a:p>
          <a:p>
            <a:pPr/>
            <a:r>
              <a:t>DAX</a:t>
            </a:r>
          </a:p>
          <a:p>
            <a:pPr/>
            <a:r>
              <a:t>Excel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Real-time monitoring</a:t>
            </a:r>
          </a:p>
          <a:p>
            <a:pPr/>
            <a:r>
              <a:t>Better decision-making</a:t>
            </a:r>
          </a:p>
          <a:p>
            <a:pPr/>
            <a:r>
              <a:t>Improved budgeting</a:t>
            </a:r>
          </a:p>
          <a:p>
            <a:pPr/>
            <a:r>
              <a:t>Increased transparency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Comprehensive financial analysis</a:t>
            </a:r>
          </a:p>
          <a:p>
            <a:pPr/>
            <a:r>
              <a:t>Multiple financial views</a:t>
            </a:r>
          </a:p>
          <a:p>
            <a:pPr/>
            <a:r>
              <a:t>Supports growth</a:t>
            </a:r>
          </a:p>
          <a:p>
            <a:pPr/>
            <a:r>
              <a:t>Scalable solution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